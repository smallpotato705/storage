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8CDD96-351A-524B-D6CA-7EA419908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93A6295-A8B9-1A2B-1F5E-E3A80E8D6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5A6346-FD23-A33D-E7C0-86F768D7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0341B6-30E9-922F-FD86-E4294362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FB59BD-0AEB-60DB-7DB1-6AEE33D6C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5009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DBC58F-91A8-4E0D-DA5A-F54AF044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97E31C-211A-DFFB-F58E-8FF752BD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4289A0-552E-C9D4-123E-8A0B619B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B79526F-666A-AE33-8488-117B881E1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CA72A3-404F-01CB-B383-7BBA91B5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28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3CEBF1-D58C-E37E-9A36-91138C933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CE26C1-F5B1-059B-15A9-008A30017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F1905E-AADE-BCF6-9212-1CDEB496A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DDD111-3769-BA89-2445-EC18D4EA7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42FE93-A881-D827-0AAC-77DCEEDC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57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F4B82A-D1F4-FDA9-BDE7-B8B4D1530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F1D5CC-C0DF-2B21-F4C2-6AA36E40D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1D1C163-7E9A-6074-2622-BC794DD38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1E9885-9F09-6D8A-B10A-BE1501C4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A42F39-B0FE-E66F-DD61-4B8D7BD78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0449B4-0863-B9A1-6338-9790AB43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5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3D5A73-01A1-981C-7CA9-963E00CD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C9C9C0-447F-6460-8B02-7B4841A69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1A3877-4870-9959-E400-CC9C1B368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31D71C4-9E0D-0F6E-E65C-35F5B5F9B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3EBD76C-08FC-F50A-70B2-0C93A8AB1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20CEDA8-A72B-9D60-5D92-62A19E384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2287843-36AF-0621-4F94-FA6B8274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54CCF2-1DA4-DCB3-D028-6B47922A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62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2F984-91EB-5FCB-FF6B-F0D67CCC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11F622B-3B4A-FC02-30B4-4B09CE2B6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628F083-2BD1-A76B-FF6F-A6382C34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F0F10C-87E8-B3B8-8747-63FAB6255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370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028EAA5-D678-CBBF-D1D9-D87CA4CCF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318A736-D8CB-5FF9-1F32-C3C1A0433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7B6A81-66F2-7977-3043-513F05D8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6164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EC88F5-BAF8-8FB4-02F3-0B3C08F3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1294C1-2017-C6E6-47CE-46203760F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89E3734-A287-1557-1113-6D84960DE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65200A-558C-6326-7A98-CA128FE7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C2322-C192-33E6-3F8D-D8D67D78B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A7FDE29-5C6E-5F9F-279A-C55B999D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576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818926-44A3-0FA0-9987-F6448B1E6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F403288-03BC-4F65-ACAC-F95F06D16B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AF33314-34AE-D516-AFFD-829A71DE6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7B4028-6D31-29CC-2EF4-9561877B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C6D7D9-EE40-FA40-1947-F36567D9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FB3C8C-63BA-62FE-99F2-063AF94E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836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222471-B804-49C5-3229-FBEE74926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F290759-ADDE-BDAD-05BC-CC985F849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5B0C02-6B9B-601A-7798-84FFD1A4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0B1BD9-9D51-47F0-1129-C51D9AF4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E69C08-CDE4-6649-85D7-4BD9F752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3939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FDB51EC-69CC-CD97-2B60-F65BA2960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88FDD1C-CF9E-E165-4FFB-13EE6877C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FC54CA-D2B8-F964-497B-CE7AC4621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8F2BAB-5572-7D6B-E321-8F6566C68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76DCC9-B679-4715-1E35-BDF38F37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601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5994266-DD3A-8D81-4863-97D4BB59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A0ABB5-537D-9F9A-8D5D-CCA918CDB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1C1AA9-0A7E-99AB-25DC-DB95883E1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8C16-581C-4E73-98AA-56011B6F3F42}" type="datetimeFigureOut">
              <a:rPr lang="zh-TW" altLang="en-US" smtClean="0"/>
              <a:t>2024/1/11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859574-65B4-CC30-CA7B-7387F83D8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485C8D-8C5E-473E-2C95-36128F82E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1B222-6C49-410A-9442-FAFD0AFA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481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5F15FC0-6726-B968-F28C-7E065A6FB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266" y="306481"/>
            <a:ext cx="8466554" cy="60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95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14B899B-692F-A49F-5328-7D3B55D8C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67" y="155091"/>
            <a:ext cx="8458933" cy="608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2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F4B341D-A396-3966-5F48-1F73465A8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57" y="220796"/>
            <a:ext cx="4427604" cy="604318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50BA828-C832-9CB3-E000-ACCA2632B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861" y="220796"/>
            <a:ext cx="4480948" cy="604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83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寬螢幕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永傑 洪</dc:creator>
  <cp:lastModifiedBy>永傑 洪</cp:lastModifiedBy>
  <cp:revision>1</cp:revision>
  <dcterms:created xsi:type="dcterms:W3CDTF">2024-01-11T00:57:08Z</dcterms:created>
  <dcterms:modified xsi:type="dcterms:W3CDTF">2024-01-11T01:04:16Z</dcterms:modified>
</cp:coreProperties>
</file>